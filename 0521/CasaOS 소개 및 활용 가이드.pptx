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7" r:id="rId7"/>
    <p:sldId id="265" r:id="rId8"/>
    <p:sldId id="268" r:id="rId9"/>
    <p:sldId id="266" r:id="rId10"/>
  </p:sldIdLst>
  <p:sldSz cx="12192000" cy="6858000"/>
  <p:notesSz cx="6858000" cy="12192000"/>
  <p:embeddedFontLst>
    <p:embeddedFont>
      <p:font typeface="ONE 모바일POP" panose="00000500000000000000" pitchFamily="2" charset="-127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4:37:47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4:37:56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24575,'0'-6'0,"0"-2"-8191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4:38:48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141 682 24575,'137'13'0,"688"-10"0,-438-5 0,-72 7 0,-3 28 0,-230-19 0,165 7 0,2458-23 0,-2699 2 0,1 0 0,-1-1 0,0 1 0,1-1 0,-1-1 0,0 1 0,0-1 0,0 0 0,0 0 0,0-1 0,0 0 0,0 0 0,-1 0 0,0-1 0,1 1 0,-1-1 0,-1-1 0,6-5 0,-3 2 0,-1-1 0,0 0 0,-1-1 0,0 1 0,0-1 0,-1 0 0,0 0 0,-1 0 0,0-1 0,1-12 0,4-36 0,-2-1 0,-4-97 0,-3 90 0,1 62 0,-1 0 0,0 0 0,-1 0 0,1 0 0,-1 0 0,0 0 0,0 0 0,-1 0 0,1 1 0,-1-1 0,0 1 0,0 0 0,-1 0 0,1 0 0,-6-5 0,-5-3 0,-1-1 0,1 2 0,-18-10 0,11 9 0,-1 0 0,-1 2 0,0 0 0,-1 2 0,-26-7 0,-127-18 0,146 28 0,-58-4 0,0 4 0,-98 6 0,73 1 0,-2123 0 0,1164-3 0,996 5 0,0 5 0,1 2 0,-88 25 0,-12 2 0,163-36 0,-164 36 0,153-31 0,1 1 0,0 0 0,0 2 0,0 1 0,-25 17 0,36-20 0,0 1 0,0 0 0,1 0 0,0 2 0,-14 17 0,19-20 0,0 1 0,1-1 0,0 1 0,1 1 0,0-1 0,1 0 0,-1 1 0,2 0 0,-3 11 0,3-10 0,0 0 0,1 0 0,0 0 0,1 1 0,0-1 0,1 0 0,0 0 0,1 1 0,0-1 0,1 0 0,0-1 0,0 1 0,6 11 0,0-2 0,0-1 0,1 0 0,1 0 0,14 17 0,-21-32 0,0 1 0,0-1 0,0 1 0,1-1 0,-1 0 0,1-1 0,0 1 0,0-1 0,0 0 0,1 0 0,-1-1 0,1 0 0,-1 0 0,1 0 0,0 0 0,0-1 0,0 0 0,0 0 0,6 0 0,-4-1-105,-5 0 39,1 0-1,-1 1 1,1-1 0,-1 0-1,1-1 1,-1 1 0,0-1-1,1 1 1,-1-1 0,1 0-1,-1 0 1,0-1 0,0 1 0,1-1-1,-1 1 1,0-1 0,0 0-1,3-3 1,1-4-6760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4:37:47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4:37:56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24575,'0'-6'0,"0"-2"-8191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06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1111D-3E03-ACE2-46F5-A1E2A244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89305-3CC4-3142-6721-F8F053D52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D2F55-257D-3FCE-D66D-C6951AB6E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1D853-5809-0CAD-191B-227CCB096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46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1A36-97FC-A5AE-0824-E68DA0F1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D5489-93E3-C960-7034-A11B650C2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0E432-890C-3ED5-631F-01141B84D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945C-9575-3793-0576-C17D7DA16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23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6CE7-56D1-8C08-26A8-758BB1B9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EB9EF-4748-636E-B96D-5C2EF0675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84CE6-FBE1-ADB9-606A-02A0A60A4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5CFD0-31E3-7163-A9A1-90E422B0A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95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1144-761B-9505-F6E5-4C5FFAC8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A7BC0-80C0-626B-0EA0-11ECE7774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99E6D-C379-FF43-8EDC-4B865D444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2A5E-935F-D462-714D-ACD67DBDB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98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E142-CF9B-EF13-C645-95CD0B9D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64AAE-3B63-6DD8-BF76-BFB3AFCB6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0A4FE-D67F-2EE8-436E-DBE59A2CB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0B402-D639-446C-0D44-BD037A0D3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6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customXml" Target="../ink/ink1.xml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ustomXml" Target="../ink/ink4.xm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11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952500"/>
            <a:ext cx="4800600" cy="4953000"/>
          </a:xfrm>
          <a:prstGeom prst="rect">
            <a:avLst/>
          </a:prstGeom>
        </p:spPr>
      </p:pic>
      <p:sp>
        <p:nvSpPr>
          <p:cNvPr id="8" name="SK-1-text-7"/>
          <p:cNvSpPr/>
          <p:nvPr/>
        </p:nvSpPr>
        <p:spPr>
          <a:xfrm>
            <a:off x="571500" y="2030760"/>
            <a:ext cx="5867400" cy="1462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760"/>
              </a:lnSpc>
              <a:buNone/>
            </a:pPr>
            <a:r>
              <a:rPr lang="en-US" sz="4800" b="1" dirty="0" err="1">
                <a:solidFill>
                  <a:schemeClr val="accent5">
                    <a:lumMod val="75000"/>
                  </a:schemeClr>
                </a:solidFill>
              </a:rPr>
              <a:t>CasaOS</a:t>
            </a:r>
            <a:endParaRPr lang="en-US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K-1-text-8"/>
          <p:cNvSpPr/>
          <p:nvPr/>
        </p:nvSpPr>
        <p:spPr>
          <a:xfrm>
            <a:off x="571500" y="3722340"/>
            <a:ext cx="5867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0" name="SK-1-text-9"/>
          <p:cNvSpPr/>
          <p:nvPr/>
        </p:nvSpPr>
        <p:spPr>
          <a:xfrm>
            <a:off x="571500" y="4971569"/>
            <a:ext cx="5867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600" dirty="0">
                <a:solidFill>
                  <a:schemeClr val="accent1">
                    <a:lumMod val="75000"/>
                  </a:schemeClr>
                </a:solidFill>
              </a:rPr>
              <a:t>발표자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K-1-text-10"/>
          <p:cNvSpPr/>
          <p:nvPr/>
        </p:nvSpPr>
        <p:spPr>
          <a:xfrm>
            <a:off x="571500" y="5284144"/>
            <a:ext cx="5867400" cy="3489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altLang="ko-KR" sz="2000" b="1" dirty="0">
                <a:solidFill>
                  <a:srgbClr val="2D3436"/>
                </a:solidFill>
              </a:rPr>
              <a:t>2022664017  </a:t>
            </a:r>
            <a:r>
              <a:rPr lang="ko-KR" altLang="en-US" sz="2000" b="1" dirty="0">
                <a:solidFill>
                  <a:srgbClr val="2D3436"/>
                </a:solidFill>
              </a:rPr>
              <a:t>박성진</a:t>
            </a:r>
            <a:endParaRPr lang="en-US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40692C5-4CA7-CAA2-95DE-2C26C8E3A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952500"/>
            <a:ext cx="51816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8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852761"/>
            <a:ext cx="11029406" cy="4381351"/>
          </a:xfrm>
          <a:prstGeom prst="rect">
            <a:avLst/>
          </a:prstGeom>
        </p:spPr>
      </p:pic>
      <p:sp>
        <p:nvSpPr>
          <p:cNvPr id="24" name="SK-2-text-23"/>
          <p:cNvSpPr/>
          <p:nvPr/>
        </p:nvSpPr>
        <p:spPr>
          <a:xfrm>
            <a:off x="894189" y="623888"/>
            <a:ext cx="2926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D3436"/>
                </a:solidFill>
              </a:rPr>
              <a:t>CasaOS란?</a:t>
            </a:r>
            <a:endParaRPr lang="en-US" sz="3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79881D-3243-C219-F016-E2EEB03D0A4D}"/>
              </a:ext>
            </a:extLst>
          </p:cNvPr>
          <p:cNvSpPr txBox="1"/>
          <p:nvPr/>
        </p:nvSpPr>
        <p:spPr>
          <a:xfrm>
            <a:off x="894189" y="3193025"/>
            <a:ext cx="3828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sz="2000" dirty="0"/>
              <a:t>●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개인용 클라우드 및 </a:t>
            </a:r>
            <a:r>
              <a:rPr lang="ko-KR" altLang="en-US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홈서버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플랫폼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3F8193-04D7-2F0A-CF3D-BB2C8D9BF748}"/>
              </a:ext>
            </a:extLst>
          </p:cNvPr>
          <p:cNvSpPr txBox="1"/>
          <p:nvPr/>
        </p:nvSpPr>
        <p:spPr>
          <a:xfrm>
            <a:off x="894189" y="3953296"/>
            <a:ext cx="3533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sz="2000" dirty="0"/>
              <a:t>●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개인 데이터 안전 관리 및 공유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EE1F5B-3C89-6918-102D-700499C4992C}"/>
              </a:ext>
            </a:extLst>
          </p:cNvPr>
          <p:cNvSpPr txBox="1"/>
          <p:nvPr/>
        </p:nvSpPr>
        <p:spPr>
          <a:xfrm>
            <a:off x="1285461" y="492128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ko-KR" altLang="en-US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B635B-FCBA-A302-6BE0-D0798331698B}"/>
              </a:ext>
            </a:extLst>
          </p:cNvPr>
          <p:cNvSpPr txBox="1"/>
          <p:nvPr/>
        </p:nvSpPr>
        <p:spPr>
          <a:xfrm>
            <a:off x="900717" y="2373049"/>
            <a:ext cx="8221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sz="2000" dirty="0"/>
              <a:t>●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하드웨어 및 홈 서버 전문 </a:t>
            </a:r>
            <a:r>
              <a:rPr lang="ko-KR" altLang="en-US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스타트업인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</a:t>
            </a:r>
            <a:r>
              <a:rPr lang="ko-KR" altLang="en-US" sz="2000" dirty="0"/>
              <a:t>「</a:t>
            </a:r>
            <a:r>
              <a:rPr lang="en-US" altLang="ko-KR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Icewhale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Technology</a:t>
            </a:r>
            <a:r>
              <a:rPr lang="ko-KR" altLang="en-US" sz="2000" dirty="0"/>
              <a:t>」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에서 개발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.</a:t>
            </a:r>
            <a:endParaRPr lang="ko-KR" altLang="en-US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CEDE5-D5B0-6061-ED49-F10201995AA1}"/>
              </a:ext>
            </a:extLst>
          </p:cNvPr>
          <p:cNvSpPr txBox="1"/>
          <p:nvPr/>
        </p:nvSpPr>
        <p:spPr>
          <a:xfrm>
            <a:off x="894189" y="4713568"/>
            <a:ext cx="776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sz="2000" dirty="0"/>
              <a:t>●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이름은 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OS(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운영체제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)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이나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,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실제로는 웹 기반 대시보드 형태의 소프트웨어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.</a:t>
            </a:r>
            <a:endParaRPr lang="ko-KR" altLang="en-US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89" y="2248942"/>
            <a:ext cx="10726311" cy="3503116"/>
          </a:xfrm>
          <a:prstGeom prst="rect">
            <a:avLst/>
          </a:prstGeom>
        </p:spPr>
      </p:pic>
      <p:pic>
        <p:nvPicPr>
          <p:cNvPr id="43" name="SK-2-img-3" descr="preencoded.png">
            <a:extLst>
              <a:ext uri="{FF2B5EF4-FFF2-40B4-BE49-F238E27FC236}">
                <a16:creationId xmlns:a16="http://schemas.microsoft.com/office/drawing/2014/main" id="{B5EAB395-C312-F8BF-325F-B0989F96B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4" name="SK-2-text-23">
            <a:extLst>
              <a:ext uri="{FF2B5EF4-FFF2-40B4-BE49-F238E27FC236}">
                <a16:creationId xmlns:a16="http://schemas.microsoft.com/office/drawing/2014/main" id="{4A145475-9F68-7F33-1AF9-8C9553B7087D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2D3436"/>
                </a:solidFill>
              </a:rPr>
              <a:t>CasaOS</a:t>
            </a:r>
            <a:r>
              <a:rPr lang="ko-KR" altLang="en-US" sz="3600" b="1" dirty="0">
                <a:solidFill>
                  <a:srgbClr val="2D3436"/>
                </a:solidFill>
              </a:rPr>
              <a:t>의 주요 기능</a:t>
            </a:r>
            <a:endParaRPr lang="en-US" sz="3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420F70-A126-4EC0-70C2-45BACAFCF17C}"/>
              </a:ext>
            </a:extLst>
          </p:cNvPr>
          <p:cNvSpPr txBox="1"/>
          <p:nvPr/>
        </p:nvSpPr>
        <p:spPr>
          <a:xfrm>
            <a:off x="1377387" y="2801073"/>
            <a:ext cx="85768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애플리케이션 관리</a:t>
            </a: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사용자 맞춤 앱 지원</a:t>
            </a: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실시간 스트리밍</a:t>
            </a: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사용자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74" y="1550194"/>
            <a:ext cx="3862282" cy="4683918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203" y="5542955"/>
            <a:ext cx="273844" cy="224879"/>
          </a:xfrm>
          <a:prstGeom prst="rect">
            <a:avLst/>
          </a:prstGeom>
        </p:spPr>
      </p:pic>
      <p:pic>
        <p:nvPicPr>
          <p:cNvPr id="41" name="SK-2-img-3" descr="preencoded.png">
            <a:extLst>
              <a:ext uri="{FF2B5EF4-FFF2-40B4-BE49-F238E27FC236}">
                <a16:creationId xmlns:a16="http://schemas.microsoft.com/office/drawing/2014/main" id="{595CBC28-E4A6-0B77-5EAB-42063AD3B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2" name="SK-2-text-23">
            <a:extLst>
              <a:ext uri="{FF2B5EF4-FFF2-40B4-BE49-F238E27FC236}">
                <a16:creationId xmlns:a16="http://schemas.microsoft.com/office/drawing/2014/main" id="{26C3F628-70FF-73E1-2E55-FDEACE71A9E7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2D3436"/>
                </a:solidFill>
              </a:rPr>
              <a:t>CasaOS</a:t>
            </a:r>
            <a:r>
              <a:rPr lang="ko-KR" altLang="en-US" sz="3600" b="1" dirty="0">
                <a:solidFill>
                  <a:srgbClr val="2D3436"/>
                </a:solidFill>
              </a:rPr>
              <a:t>의 장점</a:t>
            </a:r>
            <a:endParaRPr lang="en-US" sz="3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A0B77F-2BAC-947A-0316-C38C07DB7797}"/>
              </a:ext>
            </a:extLst>
          </p:cNvPr>
          <p:cNvSpPr txBox="1"/>
          <p:nvPr/>
        </p:nvSpPr>
        <p:spPr>
          <a:xfrm>
            <a:off x="957616" y="2039337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직관적인 </a:t>
            </a:r>
            <a:r>
              <a:rPr lang="en-US" altLang="ko-KR" sz="2400" dirty="0"/>
              <a:t>UI</a:t>
            </a:r>
            <a:endParaRPr lang="ko-KR" alt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2A50D8-B8CD-A3D4-AFCE-83206450AE37}"/>
              </a:ext>
            </a:extLst>
          </p:cNvPr>
          <p:cNvSpPr txBox="1"/>
          <p:nvPr/>
        </p:nvSpPr>
        <p:spPr>
          <a:xfrm>
            <a:off x="957616" y="2928693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보기 편한 디자인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5C7D7C-C435-2674-DA0B-D840604134E4}"/>
              </a:ext>
            </a:extLst>
          </p:cNvPr>
          <p:cNvSpPr txBox="1"/>
          <p:nvPr/>
        </p:nvSpPr>
        <p:spPr>
          <a:xfrm>
            <a:off x="957616" y="3659159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한눈에 보는 상태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29F145-DF48-01C9-9BBE-D865233B3D16}"/>
              </a:ext>
            </a:extLst>
          </p:cNvPr>
          <p:cNvSpPr txBox="1"/>
          <p:nvPr/>
        </p:nvSpPr>
        <p:spPr>
          <a:xfrm>
            <a:off x="957616" y="4374470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사용자 친화적 인터페이스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4E5B3CAC-52C5-C912-B7B2-8674F39C5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983" y="1879800"/>
            <a:ext cx="7159916" cy="3558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CAB5-E9EC-2E4F-8F10-31161030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
            <a:extLst>
              <a:ext uri="{FF2B5EF4-FFF2-40B4-BE49-F238E27FC236}">
                <a16:creationId xmlns:a16="http://schemas.microsoft.com/office/drawing/2014/main" id="{EF7D7F10-B5EF-C5AD-6F7E-A3083D5ED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SK-4-img-9" descr="preencoded.png">
            <a:extLst>
              <a:ext uri="{FF2B5EF4-FFF2-40B4-BE49-F238E27FC236}">
                <a16:creationId xmlns:a16="http://schemas.microsoft.com/office/drawing/2014/main" id="{44605001-5966-8CB6-0F7A-8B0C90CB5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72" y="1522134"/>
            <a:ext cx="3591087" cy="4683918"/>
          </a:xfrm>
          <a:prstGeom prst="rect">
            <a:avLst/>
          </a:prstGeom>
        </p:spPr>
      </p:pic>
      <p:pic>
        <p:nvPicPr>
          <p:cNvPr id="19" name="SK-4-img-18" descr="preencoded.png">
            <a:extLst>
              <a:ext uri="{FF2B5EF4-FFF2-40B4-BE49-F238E27FC236}">
                <a16:creationId xmlns:a16="http://schemas.microsoft.com/office/drawing/2014/main" id="{94AA2E7B-5FBC-FE56-2CA7-6263F73A3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203" y="5542955"/>
            <a:ext cx="273844" cy="224879"/>
          </a:xfrm>
          <a:prstGeom prst="rect">
            <a:avLst/>
          </a:prstGeom>
        </p:spPr>
      </p:pic>
      <p:pic>
        <p:nvPicPr>
          <p:cNvPr id="41" name="SK-2-img-3" descr="preencoded.png">
            <a:extLst>
              <a:ext uri="{FF2B5EF4-FFF2-40B4-BE49-F238E27FC236}">
                <a16:creationId xmlns:a16="http://schemas.microsoft.com/office/drawing/2014/main" id="{6CA4FCBC-EF80-A9BE-B927-C7E8B9A63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2" name="SK-2-text-23">
            <a:extLst>
              <a:ext uri="{FF2B5EF4-FFF2-40B4-BE49-F238E27FC236}">
                <a16:creationId xmlns:a16="http://schemas.microsoft.com/office/drawing/2014/main" id="{CE920511-A6A9-19DE-5685-7CF320FD85A6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2D3436"/>
                </a:solidFill>
              </a:rPr>
              <a:t>CasaOS</a:t>
            </a:r>
            <a:r>
              <a:rPr lang="ko-KR" altLang="en-US" sz="3600" b="1" dirty="0">
                <a:solidFill>
                  <a:srgbClr val="2D3436"/>
                </a:solidFill>
              </a:rPr>
              <a:t>의 장점</a:t>
            </a:r>
            <a:endParaRPr lang="en-US" sz="3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C62CB5-CF69-6287-3068-F0B239F02566}"/>
              </a:ext>
            </a:extLst>
          </p:cNvPr>
          <p:cNvSpPr txBox="1"/>
          <p:nvPr/>
        </p:nvSpPr>
        <p:spPr>
          <a:xfrm>
            <a:off x="437905" y="2168555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/>
              <a:t>뛰어난 호환성</a:t>
            </a:r>
            <a:r>
              <a:rPr lang="en-US" altLang="ko-KR" sz="2400" dirty="0"/>
              <a:t>, </a:t>
            </a:r>
            <a:r>
              <a:rPr lang="ko-KR" altLang="en-US" sz="2400" dirty="0"/>
              <a:t>가벼움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3DAEFA-F340-6DF8-B9FE-2E84FC7F1674}"/>
              </a:ext>
            </a:extLst>
          </p:cNvPr>
          <p:cNvSpPr txBox="1"/>
          <p:nvPr/>
        </p:nvSpPr>
        <p:spPr>
          <a:xfrm>
            <a:off x="647700" y="3000047"/>
            <a:ext cx="2512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운영체제가 아닌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리눅스 위에서 실행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A7BD41-B5D2-3037-FBCE-F14EBD4CFE10}"/>
              </a:ext>
            </a:extLst>
          </p:cNvPr>
          <p:cNvSpPr txBox="1"/>
          <p:nvPr/>
        </p:nvSpPr>
        <p:spPr>
          <a:xfrm>
            <a:off x="647700" y="3864138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다양한 기기 지원</a:t>
            </a:r>
          </a:p>
        </p:txBody>
      </p:sp>
      <p:pic>
        <p:nvPicPr>
          <p:cNvPr id="3" name="SK-4-img-9" descr="preencoded.png">
            <a:extLst>
              <a:ext uri="{FF2B5EF4-FFF2-40B4-BE49-F238E27FC236}">
                <a16:creationId xmlns:a16="http://schemas.microsoft.com/office/drawing/2014/main" id="{88947000-AC12-4D76-3480-7A55D54F1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910" y="1522134"/>
            <a:ext cx="3591087" cy="4683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E2B60D-02C3-FE77-F484-5396090DF6AF}"/>
              </a:ext>
            </a:extLst>
          </p:cNvPr>
          <p:cNvSpPr txBox="1"/>
          <p:nvPr/>
        </p:nvSpPr>
        <p:spPr>
          <a:xfrm>
            <a:off x="4503402" y="2168555"/>
            <a:ext cx="3086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빠르고 간편한 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09C44-D28B-01AB-121F-8D2BBBBF928C}"/>
              </a:ext>
            </a:extLst>
          </p:cNvPr>
          <p:cNvSpPr txBox="1"/>
          <p:nvPr/>
        </p:nvSpPr>
        <p:spPr>
          <a:xfrm>
            <a:off x="4431121" y="3000047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명령어 단 </a:t>
            </a:r>
            <a:r>
              <a:rPr lang="ko-KR" altLang="en-US" dirty="0" err="1"/>
              <a:t>한줄로</a:t>
            </a:r>
            <a:r>
              <a:rPr lang="ko-KR" altLang="en-US" dirty="0"/>
              <a:t> 시행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SK-4-img-9" descr="preencoded.png">
            <a:extLst>
              <a:ext uri="{FF2B5EF4-FFF2-40B4-BE49-F238E27FC236}">
                <a16:creationId xmlns:a16="http://schemas.microsoft.com/office/drawing/2014/main" id="{C4D2FFD1-6C5F-24F1-33A7-54916FA25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489" y="1522134"/>
            <a:ext cx="3591087" cy="46839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8BB9AB-E6D8-0484-8FFF-A27CF8150608}"/>
              </a:ext>
            </a:extLst>
          </p:cNvPr>
          <p:cNvSpPr txBox="1"/>
          <p:nvPr/>
        </p:nvSpPr>
        <p:spPr>
          <a:xfrm>
            <a:off x="8193093" y="2168554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4. </a:t>
            </a:r>
            <a:r>
              <a:rPr lang="ko-KR" altLang="en-US" sz="2400" dirty="0"/>
              <a:t>외부 클라우드와 통합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07803-A0E2-F794-571F-6687229DE7FB}"/>
              </a:ext>
            </a:extLst>
          </p:cNvPr>
          <p:cNvSpPr txBox="1"/>
          <p:nvPr/>
        </p:nvSpPr>
        <p:spPr>
          <a:xfrm>
            <a:off x="8193093" y="2953880"/>
            <a:ext cx="3276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구글 드라이브</a:t>
            </a:r>
            <a:r>
              <a:rPr lang="en-US" altLang="ko-KR" dirty="0"/>
              <a:t>, </a:t>
            </a:r>
            <a:r>
              <a:rPr lang="ko-KR" altLang="en-US" dirty="0" err="1"/>
              <a:t>드롭박스</a:t>
            </a:r>
            <a:r>
              <a:rPr lang="ko-KR" altLang="en-US" dirty="0"/>
              <a:t> 등</a:t>
            </a:r>
            <a:endParaRPr lang="en-US" altLang="ko-KR" dirty="0"/>
          </a:p>
          <a:p>
            <a:r>
              <a:rPr lang="ko-KR" altLang="en-US" dirty="0"/>
              <a:t>      각종 클라우드와 연동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299FE-1DE2-2B60-A536-DAAA990BDC47}"/>
              </a:ext>
            </a:extLst>
          </p:cNvPr>
          <p:cNvSpPr txBox="1"/>
          <p:nvPr/>
        </p:nvSpPr>
        <p:spPr>
          <a:xfrm>
            <a:off x="8193093" y="3862915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통합 관리</a:t>
            </a:r>
          </a:p>
        </p:txBody>
      </p:sp>
    </p:spTree>
    <p:extLst>
      <p:ext uri="{BB962C8B-B14F-4D97-AF65-F5344CB8AC3E}">
        <p14:creationId xmlns:p14="http://schemas.microsoft.com/office/powerpoint/2010/main" val="232807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AC2A-D547-E02E-1C37-43FA9605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
            <a:extLst>
              <a:ext uri="{FF2B5EF4-FFF2-40B4-BE49-F238E27FC236}">
                <a16:creationId xmlns:a16="http://schemas.microsoft.com/office/drawing/2014/main" id="{AAEA06C4-AF60-71CF-D434-EE3562A8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SK-4-img-9" descr="preencoded.png">
            <a:extLst>
              <a:ext uri="{FF2B5EF4-FFF2-40B4-BE49-F238E27FC236}">
                <a16:creationId xmlns:a16="http://schemas.microsoft.com/office/drawing/2014/main" id="{7A02A05E-BFF8-6CD0-7191-C08AF65BC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2" y="1505832"/>
            <a:ext cx="3591087" cy="4683918"/>
          </a:xfrm>
          <a:prstGeom prst="rect">
            <a:avLst/>
          </a:prstGeom>
        </p:spPr>
      </p:pic>
      <p:pic>
        <p:nvPicPr>
          <p:cNvPr id="19" name="SK-4-img-18" descr="preencoded.png">
            <a:extLst>
              <a:ext uri="{FF2B5EF4-FFF2-40B4-BE49-F238E27FC236}">
                <a16:creationId xmlns:a16="http://schemas.microsoft.com/office/drawing/2014/main" id="{B7EA7FE7-9D11-FDA3-9157-075C5A118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203" y="5542955"/>
            <a:ext cx="273844" cy="224879"/>
          </a:xfrm>
          <a:prstGeom prst="rect">
            <a:avLst/>
          </a:prstGeom>
        </p:spPr>
      </p:pic>
      <p:pic>
        <p:nvPicPr>
          <p:cNvPr id="41" name="SK-2-img-3" descr="preencoded.png">
            <a:extLst>
              <a:ext uri="{FF2B5EF4-FFF2-40B4-BE49-F238E27FC236}">
                <a16:creationId xmlns:a16="http://schemas.microsoft.com/office/drawing/2014/main" id="{2C585C01-A4AB-B399-C87D-C05CDFA98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2" name="SK-2-text-23">
            <a:extLst>
              <a:ext uri="{FF2B5EF4-FFF2-40B4-BE49-F238E27FC236}">
                <a16:creationId xmlns:a16="http://schemas.microsoft.com/office/drawing/2014/main" id="{1B912857-0050-A892-D733-DC9F189DFAF3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2D3436"/>
                </a:solidFill>
              </a:rPr>
              <a:t>CasaOS</a:t>
            </a:r>
            <a:r>
              <a:rPr lang="ko-KR" altLang="en-US" sz="3600" b="1" dirty="0">
                <a:solidFill>
                  <a:srgbClr val="2D3436"/>
                </a:solidFill>
              </a:rPr>
              <a:t>의 장점</a:t>
            </a:r>
            <a:endParaRPr lang="en-US" sz="3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1CC7DD-DF95-3EDD-ACA9-8C456DB7D645}"/>
              </a:ext>
            </a:extLst>
          </p:cNvPr>
          <p:cNvSpPr txBox="1"/>
          <p:nvPr/>
        </p:nvSpPr>
        <p:spPr>
          <a:xfrm>
            <a:off x="941714" y="1848952"/>
            <a:ext cx="2470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5. </a:t>
            </a:r>
            <a:r>
              <a:rPr lang="ko-KR" altLang="en-US" sz="2400" dirty="0"/>
              <a:t>멀티 유저 관리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6C9E25-0E50-40D7-717A-ED876C378E95}"/>
              </a:ext>
            </a:extLst>
          </p:cNvPr>
          <p:cNvSpPr txBox="1"/>
          <p:nvPr/>
        </p:nvSpPr>
        <p:spPr>
          <a:xfrm>
            <a:off x="824694" y="2612806"/>
            <a:ext cx="2704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하나의 서버로 지인들</a:t>
            </a:r>
            <a:endParaRPr lang="en-US" altLang="ko-KR" dirty="0"/>
          </a:p>
          <a:p>
            <a:r>
              <a:rPr lang="ko-KR" altLang="en-US" dirty="0"/>
              <a:t>      계정 생성 가능</a:t>
            </a:r>
            <a:r>
              <a:rPr lang="en-US" altLang="ko-KR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0C2E97-C37A-8AE0-885B-DC1308376F46}"/>
              </a:ext>
            </a:extLst>
          </p:cNvPr>
          <p:cNvSpPr txBox="1"/>
          <p:nvPr/>
        </p:nvSpPr>
        <p:spPr>
          <a:xfrm>
            <a:off x="824694" y="3643459"/>
            <a:ext cx="293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사용자마다 다른 폴더와</a:t>
            </a:r>
            <a:endParaRPr lang="en-US" altLang="ko-KR" dirty="0"/>
          </a:p>
          <a:p>
            <a:r>
              <a:rPr lang="ko-KR" altLang="en-US" dirty="0"/>
              <a:t>      접근 권한 지정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SK-4-img-9" descr="preencoded.png">
            <a:extLst>
              <a:ext uri="{FF2B5EF4-FFF2-40B4-BE49-F238E27FC236}">
                <a16:creationId xmlns:a16="http://schemas.microsoft.com/office/drawing/2014/main" id="{8877996F-D5D1-C16B-FAC7-537EC4134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456" y="1505832"/>
            <a:ext cx="3591087" cy="4683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A7E974-C58C-3832-2E9E-6782B9985D25}"/>
              </a:ext>
            </a:extLst>
          </p:cNvPr>
          <p:cNvSpPr txBox="1"/>
          <p:nvPr/>
        </p:nvSpPr>
        <p:spPr>
          <a:xfrm>
            <a:off x="4706836" y="1848952"/>
            <a:ext cx="2778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6. </a:t>
            </a:r>
            <a:r>
              <a:rPr lang="ko-KR" altLang="en-US" sz="2400" dirty="0"/>
              <a:t>유연한 공간 확장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E9321-CDCC-4DA1-4BD7-426FFD994B80}"/>
              </a:ext>
            </a:extLst>
          </p:cNvPr>
          <p:cNvSpPr txBox="1"/>
          <p:nvPr/>
        </p:nvSpPr>
        <p:spPr>
          <a:xfrm>
            <a:off x="4441560" y="3639816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드라이브 병합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1291E2-8070-1DB2-4145-A44083E678FD}"/>
              </a:ext>
            </a:extLst>
          </p:cNvPr>
          <p:cNvSpPr txBox="1"/>
          <p:nvPr/>
        </p:nvSpPr>
        <p:spPr>
          <a:xfrm>
            <a:off x="4441560" y="2586920"/>
            <a:ext cx="3449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</a:t>
            </a:r>
            <a:r>
              <a:rPr lang="en-US" altLang="ko-KR" dirty="0"/>
              <a:t>USB </a:t>
            </a:r>
            <a:r>
              <a:rPr lang="ko-KR" altLang="en-US" dirty="0"/>
              <a:t>외장 하드 등 저장장치를</a:t>
            </a:r>
            <a:endParaRPr lang="en-US" altLang="ko-KR" dirty="0"/>
          </a:p>
          <a:p>
            <a:r>
              <a:rPr lang="ko-KR" altLang="en-US" dirty="0"/>
              <a:t>      </a:t>
            </a:r>
            <a:r>
              <a:rPr lang="ko-KR" altLang="en-US" dirty="0" err="1"/>
              <a:t>꽃기만</a:t>
            </a:r>
            <a:r>
              <a:rPr lang="ko-KR" altLang="en-US" dirty="0"/>
              <a:t> 해도 자동 인식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SK-4-img-9" descr="preencoded.png">
            <a:extLst>
              <a:ext uri="{FF2B5EF4-FFF2-40B4-BE49-F238E27FC236}">
                <a16:creationId xmlns:a16="http://schemas.microsoft.com/office/drawing/2014/main" id="{B7E41A8C-E43A-2A2F-9315-B521CC737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200" y="1505832"/>
            <a:ext cx="3591087" cy="46839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958772-A666-06C0-D877-C9F1DA294650}"/>
              </a:ext>
            </a:extLst>
          </p:cNvPr>
          <p:cNvSpPr txBox="1"/>
          <p:nvPr/>
        </p:nvSpPr>
        <p:spPr>
          <a:xfrm>
            <a:off x="9143195" y="1848952"/>
            <a:ext cx="1954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7. </a:t>
            </a:r>
            <a:r>
              <a:rPr lang="ko-KR" altLang="en-US" sz="2400" dirty="0"/>
              <a:t>무료 사용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37C1E-6D7A-7E1B-67C0-AB18BF50FF7D}"/>
              </a:ext>
            </a:extLst>
          </p:cNvPr>
          <p:cNvSpPr txBox="1"/>
          <p:nvPr/>
        </p:nvSpPr>
        <p:spPr>
          <a:xfrm>
            <a:off x="9018961" y="2612806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오픈소스 기반</a:t>
            </a:r>
          </a:p>
        </p:txBody>
      </p:sp>
    </p:spTree>
    <p:extLst>
      <p:ext uri="{BB962C8B-B14F-4D97-AF65-F5344CB8AC3E}">
        <p14:creationId xmlns:p14="http://schemas.microsoft.com/office/powerpoint/2010/main" val="80867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5FA1-CDCE-07E9-79C6-E885F7CE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
            <a:extLst>
              <a:ext uri="{FF2B5EF4-FFF2-40B4-BE49-F238E27FC236}">
                <a16:creationId xmlns:a16="http://schemas.microsoft.com/office/drawing/2014/main" id="{A4C8AD1F-B928-2FFA-7247-DB9F5ABC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
            <a:extLst>
              <a:ext uri="{FF2B5EF4-FFF2-40B4-BE49-F238E27FC236}">
                <a16:creationId xmlns:a16="http://schemas.microsoft.com/office/drawing/2014/main" id="{E7FE66E5-9EC4-51B3-D4C7-F4B30441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" y="0"/>
            <a:ext cx="12192000" cy="6858000"/>
          </a:xfrm>
          <a:prstGeom prst="rect">
            <a:avLst/>
          </a:prstGeom>
        </p:spPr>
      </p:pic>
      <p:pic>
        <p:nvPicPr>
          <p:cNvPr id="5" name="SK-5-img-4" descr="preencoded.png">
            <a:extLst>
              <a:ext uri="{FF2B5EF4-FFF2-40B4-BE49-F238E27FC236}">
                <a16:creationId xmlns:a16="http://schemas.microsoft.com/office/drawing/2014/main" id="{7CE8EA34-C497-DC41-FAF1-42F8BEE3F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09" y="1873214"/>
            <a:ext cx="5850768" cy="457200"/>
          </a:xfrm>
          <a:prstGeom prst="rect">
            <a:avLst/>
          </a:prstGeom>
        </p:spPr>
      </p:pic>
      <p:pic>
        <p:nvPicPr>
          <p:cNvPr id="45" name="SK-2-img-3" descr="preencoded.png">
            <a:extLst>
              <a:ext uri="{FF2B5EF4-FFF2-40B4-BE49-F238E27FC236}">
                <a16:creationId xmlns:a16="http://schemas.microsoft.com/office/drawing/2014/main" id="{5B9F096B-B99B-AB0C-330C-28A61DF24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6" name="SK-2-text-23">
            <a:extLst>
              <a:ext uri="{FF2B5EF4-FFF2-40B4-BE49-F238E27FC236}">
                <a16:creationId xmlns:a16="http://schemas.microsoft.com/office/drawing/2014/main" id="{996EEDAC-C462-5D04-5EA3-6D055968D811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2D3436"/>
                </a:solidFill>
              </a:rPr>
              <a:t>CasaOS</a:t>
            </a:r>
            <a:r>
              <a:rPr lang="ko-KR" altLang="en-US" sz="3600" b="1" dirty="0">
                <a:solidFill>
                  <a:srgbClr val="2D3436"/>
                </a:solidFill>
              </a:rPr>
              <a:t> 설치 과정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1BFA4-DF07-4836-DD22-2544230A1DF9}"/>
              </a:ext>
            </a:extLst>
          </p:cNvPr>
          <p:cNvSpPr txBox="1"/>
          <p:nvPr/>
        </p:nvSpPr>
        <p:spPr>
          <a:xfrm>
            <a:off x="577770" y="1374727"/>
            <a:ext cx="5518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우분투 실행 후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, 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리눅스 터미널에서 단 </a:t>
            </a:r>
            <a:r>
              <a:rPr lang="ko-KR" altLang="en-US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한줄만</a:t>
            </a:r>
            <a:r>
              <a:rPr lang="ko-KR" altLang="en-US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입력하기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:</a:t>
            </a:r>
            <a:endParaRPr lang="ko-KR" altLang="en-US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2D79E-9482-3257-9CEB-99405DA6DECA}"/>
              </a:ext>
            </a:extLst>
          </p:cNvPr>
          <p:cNvSpPr txBox="1"/>
          <p:nvPr/>
        </p:nvSpPr>
        <p:spPr>
          <a:xfrm>
            <a:off x="609600" y="1855656"/>
            <a:ext cx="9475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curl -</a:t>
            </a:r>
            <a:r>
              <a:rPr lang="en-US" altLang="ko-KR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fsSL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https://get.casaos.io | </a:t>
            </a:r>
            <a:r>
              <a:rPr lang="en-US" altLang="ko-KR" sz="2000" dirty="0" err="1">
                <a:latin typeface="ONE 모바일POP" panose="00000500000000000000" pitchFamily="2" charset="-127"/>
                <a:ea typeface="ONE 모바일POP" panose="00000500000000000000" pitchFamily="2" charset="-127"/>
              </a:rPr>
              <a:t>sudo</a:t>
            </a:r>
            <a:r>
              <a:rPr lang="en-US" altLang="ko-KR" sz="20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 bash</a:t>
            </a:r>
            <a:endParaRPr lang="ko-KR" altLang="en-US" sz="20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2C3BF7-35FD-698A-CB38-BC909E5566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789" b="88313"/>
          <a:stretch>
            <a:fillRect/>
          </a:stretch>
        </p:blipFill>
        <p:spPr>
          <a:xfrm>
            <a:off x="577770" y="2615460"/>
            <a:ext cx="10199467" cy="4809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C0CD68-5C8D-1A2E-93D9-98F58C38C0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9972"/>
          <a:stretch>
            <a:fillRect/>
          </a:stretch>
        </p:blipFill>
        <p:spPr>
          <a:xfrm>
            <a:off x="6096000" y="3500613"/>
            <a:ext cx="5916014" cy="295316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5AAE176-8E5C-8C5A-EB20-CE43D8BFB9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5679"/>
          <a:stretch>
            <a:fillRect/>
          </a:stretch>
        </p:blipFill>
        <p:spPr>
          <a:xfrm>
            <a:off x="91439" y="3505371"/>
            <a:ext cx="5916015" cy="28810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539913B-A047-18AD-BC1A-BD025BD85014}"/>
                  </a:ext>
                </a:extLst>
              </p14:cNvPr>
              <p14:cNvContentPartPr/>
              <p14:nvPr/>
            </p14:nvContentPartPr>
            <p14:xfrm>
              <a:off x="3931663" y="5015880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539913B-A047-18AD-BC1A-BD025BD850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25543" y="50097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E245725-3173-D5BA-196C-FB112A29AE5C}"/>
                  </a:ext>
                </a:extLst>
              </p14:cNvPr>
              <p14:cNvContentPartPr/>
              <p14:nvPr/>
            </p14:nvContentPartPr>
            <p14:xfrm>
              <a:off x="7197583" y="-436320"/>
              <a:ext cx="360" cy="540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E245725-3173-D5BA-196C-FB112A29AE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1463" y="-442440"/>
                <a:ext cx="1260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B9773BA2-CC65-9E08-BE14-67E9362A6018}"/>
                  </a:ext>
                </a:extLst>
              </p14:cNvPr>
              <p14:cNvContentPartPr/>
              <p14:nvPr/>
            </p14:nvContentPartPr>
            <p14:xfrm>
              <a:off x="6263880" y="3996320"/>
              <a:ext cx="1920600" cy="27684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B9773BA2-CC65-9E08-BE14-67E9362A60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57760" y="3990200"/>
                <a:ext cx="1932840" cy="2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876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C8F8-73EB-9A4E-8C68-6EEA6659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
            <a:extLst>
              <a:ext uri="{FF2B5EF4-FFF2-40B4-BE49-F238E27FC236}">
                <a16:creationId xmlns:a16="http://schemas.microsoft.com/office/drawing/2014/main" id="{18B72830-1A0C-BF84-E9D2-F5B7343FC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SK-2-img-3" descr="preencoded.png">
            <a:extLst>
              <a:ext uri="{FF2B5EF4-FFF2-40B4-BE49-F238E27FC236}">
                <a16:creationId xmlns:a16="http://schemas.microsoft.com/office/drawing/2014/main" id="{0E641F62-3A93-6019-7DA4-82954FDE1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90550"/>
            <a:ext cx="76200" cy="457200"/>
          </a:xfrm>
          <a:prstGeom prst="rect">
            <a:avLst/>
          </a:prstGeom>
        </p:spPr>
      </p:pic>
      <p:sp>
        <p:nvSpPr>
          <p:cNvPr id="46" name="SK-2-text-23">
            <a:extLst>
              <a:ext uri="{FF2B5EF4-FFF2-40B4-BE49-F238E27FC236}">
                <a16:creationId xmlns:a16="http://schemas.microsoft.com/office/drawing/2014/main" id="{A91C54F9-7FE5-C0BA-F976-3D1AC1D97DEB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2D3436"/>
                </a:solidFill>
              </a:rPr>
              <a:t>기타 정보</a:t>
            </a:r>
            <a:endParaRPr lang="en-US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76DD4D3C-947A-963D-909C-F658AE5DEDFE}"/>
                  </a:ext>
                </a:extLst>
              </p14:cNvPr>
              <p14:cNvContentPartPr/>
              <p14:nvPr/>
            </p14:nvContentPartPr>
            <p14:xfrm>
              <a:off x="3931663" y="5015880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76DD4D3C-947A-963D-909C-F658AE5DED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5543" y="50097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8981811-A1F6-0574-E773-26036E08CD98}"/>
                  </a:ext>
                </a:extLst>
              </p14:cNvPr>
              <p14:cNvContentPartPr/>
              <p14:nvPr/>
            </p14:nvContentPartPr>
            <p14:xfrm>
              <a:off x="7197583" y="-436320"/>
              <a:ext cx="360" cy="540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8981811-A1F6-0574-E773-26036E08CD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91463" y="-442440"/>
                <a:ext cx="12600" cy="1764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SK-4-img-9" descr="preencoded.png">
            <a:extLst>
              <a:ext uri="{FF2B5EF4-FFF2-40B4-BE49-F238E27FC236}">
                <a16:creationId xmlns:a16="http://schemas.microsoft.com/office/drawing/2014/main" id="{0A6449BA-BEB2-9C7B-C630-C9D495E0B2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688" y="1512008"/>
            <a:ext cx="3591087" cy="4683918"/>
          </a:xfrm>
          <a:prstGeom prst="rect">
            <a:avLst/>
          </a:prstGeom>
        </p:spPr>
      </p:pic>
      <p:pic>
        <p:nvPicPr>
          <p:cNvPr id="9" name="SK-4-img-9" descr="preencoded.png">
            <a:extLst>
              <a:ext uri="{FF2B5EF4-FFF2-40B4-BE49-F238E27FC236}">
                <a16:creationId xmlns:a16="http://schemas.microsoft.com/office/drawing/2014/main" id="{D63B33DE-A4C1-EDDE-1CF8-4171F8FC98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5227" y="1512008"/>
            <a:ext cx="3591087" cy="46839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EE0C17-8E22-EEE3-53DC-45CF105AD44E}"/>
              </a:ext>
            </a:extLst>
          </p:cNvPr>
          <p:cNvSpPr txBox="1"/>
          <p:nvPr/>
        </p:nvSpPr>
        <p:spPr>
          <a:xfrm>
            <a:off x="1757410" y="2168555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사용 시 주의점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43FEA-E2DF-B84E-150B-F45639B26C6D}"/>
              </a:ext>
            </a:extLst>
          </p:cNvPr>
          <p:cNvSpPr txBox="1"/>
          <p:nvPr/>
        </p:nvSpPr>
        <p:spPr>
          <a:xfrm>
            <a:off x="1363893" y="2868727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보안에 취약</a:t>
            </a:r>
            <a:r>
              <a:rPr lang="en-US" altLang="ko-KR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683A00-339B-FA0D-D7CA-C542D3F9BA02}"/>
              </a:ext>
            </a:extLst>
          </p:cNvPr>
          <p:cNvSpPr txBox="1"/>
          <p:nvPr/>
        </p:nvSpPr>
        <p:spPr>
          <a:xfrm>
            <a:off x="1363893" y="3541013"/>
            <a:ext cx="3397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개발팀들이 빠르게 대응하니</a:t>
            </a:r>
            <a:endParaRPr lang="en-US" altLang="ko-KR" dirty="0"/>
          </a:p>
          <a:p>
            <a:r>
              <a:rPr lang="ko-KR" altLang="en-US" dirty="0"/>
              <a:t>      최신 보안 업데이트 유지</a:t>
            </a:r>
            <a:r>
              <a:rPr lang="en-US" altLang="ko-KR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96CE7-E9E4-AB65-5A7F-7DDEFE8F6B54}"/>
              </a:ext>
            </a:extLst>
          </p:cNvPr>
          <p:cNvSpPr txBox="1"/>
          <p:nvPr/>
        </p:nvSpPr>
        <p:spPr>
          <a:xfrm>
            <a:off x="1363893" y="4472018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방화벽 </a:t>
            </a:r>
            <a:r>
              <a:rPr lang="ko-KR" altLang="en-US" dirty="0" err="1"/>
              <a:t>설치등</a:t>
            </a:r>
            <a:r>
              <a:rPr lang="ko-KR" altLang="en-US" dirty="0"/>
              <a:t> 추가 조치 권장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B8EF7-5703-934A-0C34-FC1514B58A9E}"/>
              </a:ext>
            </a:extLst>
          </p:cNvPr>
          <p:cNvSpPr txBox="1"/>
          <p:nvPr/>
        </p:nvSpPr>
        <p:spPr>
          <a:xfrm>
            <a:off x="7786450" y="2162870"/>
            <a:ext cx="2706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개선 버전</a:t>
            </a:r>
            <a:r>
              <a:rPr lang="en-US" altLang="ko-KR" sz="2400" dirty="0"/>
              <a:t>: Zima OS</a:t>
            </a:r>
            <a:endParaRPr lang="ko-KR" alt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01F95-982D-E7A7-E8C0-185D8B9734C1}"/>
              </a:ext>
            </a:extLst>
          </p:cNvPr>
          <p:cNvSpPr txBox="1"/>
          <p:nvPr/>
        </p:nvSpPr>
        <p:spPr>
          <a:xfrm>
            <a:off x="7618936" y="2914893"/>
            <a:ext cx="304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●  전문 백업 기능과 앱 자동</a:t>
            </a:r>
            <a:endParaRPr lang="en-US" altLang="ko-KR" dirty="0"/>
          </a:p>
          <a:p>
            <a:r>
              <a:rPr lang="ko-KR" altLang="en-US" dirty="0"/>
              <a:t>      업데이트 기능 추가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40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D7A0-E0C1-A600-D9B9-A313AD0E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
            <a:extLst>
              <a:ext uri="{FF2B5EF4-FFF2-40B4-BE49-F238E27FC236}">
                <a16:creationId xmlns:a16="http://schemas.microsoft.com/office/drawing/2014/main" id="{3B208307-D63C-B129-4A3A-F298AC1C9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
            <a:extLst>
              <a:ext uri="{FF2B5EF4-FFF2-40B4-BE49-F238E27FC236}">
                <a16:creationId xmlns:a16="http://schemas.microsoft.com/office/drawing/2014/main" id="{D8042E63-DA60-F229-CF6C-5BBECAC8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" y="0"/>
            <a:ext cx="12192000" cy="6858000"/>
          </a:xfrm>
          <a:prstGeom prst="rect">
            <a:avLst/>
          </a:prstGeom>
        </p:spPr>
      </p:pic>
      <p:sp>
        <p:nvSpPr>
          <p:cNvPr id="46" name="SK-2-text-23">
            <a:extLst>
              <a:ext uri="{FF2B5EF4-FFF2-40B4-BE49-F238E27FC236}">
                <a16:creationId xmlns:a16="http://schemas.microsoft.com/office/drawing/2014/main" id="{1CEA4472-0786-D7F7-C787-941B5D69E2DE}"/>
              </a:ext>
            </a:extLst>
          </p:cNvPr>
          <p:cNvSpPr/>
          <p:nvPr/>
        </p:nvSpPr>
        <p:spPr>
          <a:xfrm>
            <a:off x="894189" y="623888"/>
            <a:ext cx="435408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57481-697C-15FB-25E1-CE22F2784C48}"/>
              </a:ext>
            </a:extLst>
          </p:cNvPr>
          <p:cNvSpPr txBox="1"/>
          <p:nvPr/>
        </p:nvSpPr>
        <p:spPr>
          <a:xfrm>
            <a:off x="3336885" y="2813446"/>
            <a:ext cx="5518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감사합니다</a:t>
            </a:r>
            <a:r>
              <a:rPr lang="en-US" altLang="ko-KR" sz="4800" dirty="0">
                <a:latin typeface="ONE 모바일POP" panose="00000500000000000000" pitchFamily="2" charset="-127"/>
                <a:ea typeface="ONE 모바일POP" panose="00000500000000000000" pitchFamily="2" charset="-127"/>
              </a:rPr>
              <a:t>.</a:t>
            </a:r>
            <a:endParaRPr lang="ko-KR" altLang="en-US" sz="4800" dirty="0">
              <a:latin typeface="ONE 모바일POP" panose="00000500000000000000" pitchFamily="2" charset="-127"/>
              <a:ea typeface="ONE 모바일POP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060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270</Words>
  <Application>Microsoft Office PowerPoint</Application>
  <PresentationFormat>와이드스크린</PresentationFormat>
  <Paragraphs>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ONE 모바일POP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진 성</cp:lastModifiedBy>
  <cp:revision>3</cp:revision>
  <dcterms:created xsi:type="dcterms:W3CDTF">2026-05-19T08:03:20Z</dcterms:created>
  <dcterms:modified xsi:type="dcterms:W3CDTF">2026-05-20T16:07:30Z</dcterms:modified>
</cp:coreProperties>
</file>